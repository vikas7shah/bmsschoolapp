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Snack days at BMS run on a whiteboard and a lot of email. This is what replaced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whiteboard was fine as a list. It just could not tell anyone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School closures come from the published school calendar, so no snack day is ever scheduled on a day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who has already taken a turn is ever nudged — that is what stops parents muting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live data from the running system,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Snack Days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snack whiteboard at Burlington Montessori School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sign-up sheet that remembers, and reminds.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0" y="2103120"/>
            <a:ext cx="2651760" cy="2286000"/>
          </a:xfrm>
          <a:prstGeom prst="roundRect">
            <a:avLst>
              <a:gd name="adj" fmla="val 7200"/>
            </a:avLst>
          </a:prstGeom>
          <a:solidFill>
            <a:srgbClr val="3F6F52"/>
          </a:solidFill>
          <a:ln w="12700">
            <a:solidFill>
              <a:srgbClr val="4F84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982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bringing snacks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going wrong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frictions that added up to chased-down parents and empty snack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95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lived in email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700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Sign-ups, reminders and swaps all went out as email. Threads got buried, and a parent who missed one had no way to catch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957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 was on a wall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700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only see the whiteboard by standing in front of it. Nobody knew what was free without asking the office.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reminded anyone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360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in September for a day in November meant remembering it unaided. Some families simply forgot.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3616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days had nobody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360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day was only noticed when it arrived — and by then the class had no snack.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calendar, on every phone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whiteboard, but visible from the school run.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848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term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3042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snack day for the classroom, with school holidays already taken out.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5584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5021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day in one tap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7216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email, no asking the office. Free days are obvious; taken days show who has them.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77316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9194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child's name, not the parent's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51389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whiteboard said — so the board still reads the way staff think.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03720" y="1325880"/>
            <a:ext cx="5029200" cy="4142232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132320" y="1444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223760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015984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912096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808208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23760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3760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119872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19872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119872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015984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015984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9015984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912096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912096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9912096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10808208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808208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10808208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7223760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223760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7223760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8119872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119872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8119872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9015984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015984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9015984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9912096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9912096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9912096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10808208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0808208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10808208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7223760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7223760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7223760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119872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119872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8119872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9015984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9015984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1" name="Text 56"/>
          <p:cNvSpPr txBox="1"/>
          <p:nvPr/>
        </p:nvSpPr>
        <p:spPr>
          <a:xfrm>
            <a:off x="9015984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9912096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912096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9912096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10808208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10808208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7" name="Text 62"/>
          <p:cNvSpPr txBox="1"/>
          <p:nvPr/>
        </p:nvSpPr>
        <p:spPr>
          <a:xfrm>
            <a:off x="10808208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7223760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7223760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7223760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8119872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8119872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73" name="Text 68"/>
          <p:cNvSpPr txBox="1"/>
          <p:nvPr/>
        </p:nvSpPr>
        <p:spPr>
          <a:xfrm>
            <a:off x="8119872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9015984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015984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76" name="Text 71"/>
          <p:cNvSpPr txBox="1"/>
          <p:nvPr/>
        </p:nvSpPr>
        <p:spPr>
          <a:xfrm>
            <a:off x="9015984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77" name="Shape 72"/>
          <p:cNvSpPr/>
          <p:nvPr/>
        </p:nvSpPr>
        <p:spPr>
          <a:xfrm>
            <a:off x="9912096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9912096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79" name="Text 74"/>
          <p:cNvSpPr txBox="1"/>
          <p:nvPr/>
        </p:nvSpPr>
        <p:spPr>
          <a:xfrm>
            <a:off x="9912096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10808208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10808208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10808208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does the chasing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 whiteboard could never do. Every message is sent once,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91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874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day is tomorrow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22037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family who signed up, the evening before.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906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1872" y="29260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day is next week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61872" y="32552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notice to swap if it doesn't work.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422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3977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still need a family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43068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families who have not taken a turn yet.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08406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19379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5029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haven't signed up at all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261872" y="53583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weekly nudge, never to someone already booked.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223760" y="1828800"/>
            <a:ext cx="4297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0" y="2084832"/>
            <a:ext cx="384048" cy="38404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218541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010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Burlington Montessori School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0" y="2606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— you're bringing snacks to Classroom 1 tomorrow (Wed, Oct 16): a dry snack and fruit. Thank you!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email today; by text once carrier registration clears.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223760" y="4343400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E7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498080" y="4572000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468172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092440" y="4553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office sees the gaps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0" y="48646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per classroom, which days are still open, and which children have nothing booked.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with the full roster loaded from the school’s own spreadsheet.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the contact sheet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classrooms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6 November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to families and let the term fill itself 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families still need an email address before they can sign 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switch on once carrier registration completes.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Snack Days</dc:title>
  <dc:subject>PptxGenJS Presentation</dc:subject>
  <dc:creator>Burlington Montessori School</dc:creator>
  <cp:lastModifiedBy>Burlington Montessori School</cp:lastModifiedBy>
  <cp:revision>1</cp:revision>
  <dcterms:created xsi:type="dcterms:W3CDTF">2026-09-10T00:33:36Z</dcterms:created>
  <dcterms:modified xsi:type="dcterms:W3CDTF">2026-09-10T00:33:36Z</dcterms:modified>
</cp:coreProperties>
</file>